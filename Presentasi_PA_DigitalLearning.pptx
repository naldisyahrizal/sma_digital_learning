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Pengembangan Aplikasi Digital Learning Terintegrasi Rekomendasi Prioritas SAW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Nama Kelompok / Mahasiswa</a:t>
            </a:r>
          </a:p>
          <a:p>
            <a:r>
              <a:t>Mata Kuliah / Program Studi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Rich Picture: Alur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 Berjalan (Saat Ini):</a:t>
            </a:r>
          </a:p>
          <a:p>
            <a:pPr lvl="1"/>
            <a:r>
              <a:t>- Guru memberi tugas via grup WA/Classroom dasar.</a:t>
            </a:r>
          </a:p>
          <a:p>
            <a:pPr lvl="1"/>
            <a:r>
              <a:t>- Siswa sering bingung prioritas karena tugas menumpuk dan sering telat.</a:t>
            </a:r>
          </a:p>
          <a:p>
            <a:pPr/>
            <a:r>
              <a:t>Sistem Usulan (Aplikasi Kita):</a:t>
            </a:r>
          </a:p>
          <a:p>
            <a:pPr lvl="1"/>
            <a:r>
              <a:t>- Terintegrasi dengan algoritma SAW (Simple Additive Weighting).</a:t>
            </a:r>
          </a:p>
          <a:p>
            <a:pPr lvl="1"/>
            <a:r>
              <a:t>- Aplikasi merekomendasikan prioritas tugas cerdas untuk siswa.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Rancangan UI dan Mock-Up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(Tempatkan Screenshot Aplikasi Di Sini)</a:t>
            </a:r>
          </a:p>
          <a:p>
            <a:pPr lvl="1"/>
            <a:r>
              <a:t>1. Beranda Siswa (Daftar Prioritas SAW)</a:t>
            </a:r>
          </a:p>
          <a:p>
            <a:pPr lvl="1"/>
            <a:r>
              <a:t>2. Halaman Guru (Form Tambah Tugas &amp; Kuis)</a:t>
            </a:r>
          </a:p>
          <a:p>
            <a:pPr lvl="1"/>
            <a:r>
              <a:t>3. Halaman Admin (Kelola Master Data)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Aktor dan Hak Akses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Admin</a:t>
            </a:r>
          </a:p>
          <a:p>
            <a:pPr lvl="1"/>
            <a:r>
              <a:t>- Mengelola data master (Siswa, Guru, Mapel, Kelas).</a:t>
            </a:r>
          </a:p>
          <a:p>
            <a:pPr/>
            <a:r>
              <a:t>2. Guru</a:t>
            </a:r>
          </a:p>
          <a:p>
            <a:pPr lvl="1"/>
            <a:r>
              <a:t>- Membuat materi, tugas, dan menilai hasil ujian siswa.</a:t>
            </a:r>
          </a:p>
          <a:p>
            <a:pPr/>
            <a:r>
              <a:t>3. Siswa</a:t>
            </a:r>
          </a:p>
          <a:p>
            <a:pPr lvl="1"/>
            <a:r>
              <a:t>- Mendapatkan rekomendasi prioritas tugas, melihat materi, dan mengerjakan kuis.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Utama Aplikasi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Sistem Rekomendasi SAW (Tenggat Waktu, Bobot Tugas, Minat).</a:t>
            </a:r>
          </a:p>
          <a:p>
            <a:r>
              <a:t>- Penguncian Otomatis (Tugas ditutup setelah due date).</a:t>
            </a:r>
          </a:p>
          <a:p>
            <a:r>
              <a:t>- Kuis Pilihan Ganda dengan Auto-Grading.</a:t>
            </a:r>
          </a:p>
          <a:p>
            <a:r>
              <a:t>- Notifikasi Real-time Publikasi dan Penilaian Tugas.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Batasan Aplikasi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Fokus pada evaluasi harian (PR, Proyek, Kuis), tidak mencakup UTS/UAS skala besar.</a:t>
            </a:r>
          </a:p>
          <a:p>
            <a:r>
              <a:t>- Penilaian otomatis hanya untuk format soal pilihan ganda.</a:t>
            </a:r>
          </a:p>
          <a:p>
            <a:r>
              <a:t>- Aplikasi difokuskan pada manajemen waktu siswa (Time Management).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dan Manfaat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Tujuan:</a:t>
            </a:r>
          </a:p>
          <a:p>
            <a:pPr lvl="1"/>
            <a:r>
              <a:t>- Membangun platform e-learning yang bertindak sebagai asisten manajemen waktu.</a:t>
            </a:r>
          </a:p>
          <a:p>
            <a:pPr/>
            <a:r>
              <a:t>Manfaat:</a:t>
            </a:r>
          </a:p>
          <a:p>
            <a:pPr lvl="1"/>
            <a:r>
              <a:t>- Siswa terhindar dari tugas menumpuk dan keterlambatan.</a:t>
            </a:r>
          </a:p>
          <a:p>
            <a:pPr lvl="1"/>
            <a:r>
              <a:t>- Guru mudah melacak kedisiplinan dan mempercepat proses grading.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Bukti Observasi dan Wawancara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(Masukkan Foto Observasi Di Sini)</a:t>
            </a:r>
          </a:p>
          <a:p>
            <a:pPr/>
            <a:r>
              <a:t>Kutipan Wawancara Siswa:</a:t>
            </a:r>
          </a:p>
          <a:p>
            <a:pPr lvl="1"/>
            <a:r>
              <a:t>'- Sering bingung memprioritaskan tugas saat deadlinenya berdekatan.'</a:t>
            </a:r>
          </a:p>
          <a:p>
            <a:pPr/>
            <a:r>
              <a:t>Kutipan Wawancara Guru:</a:t>
            </a:r>
          </a:p>
          <a:p>
            <a:pPr lvl="1"/>
            <a:r>
              <a:t>'- Butuh aplikasi yang membatasi pengumpulan tugas setelah lewat waktu.'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